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>
    <p:masterClrMapping/>
  </p:clrMap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&#25353;&#38062;-cover.png"/><Relationship Id="rId2" Type="http://schemas.openxmlformats.org/officeDocument/2006/relationships/hyperlink" Target="../%E8%AE%A4%E8%AF%86%E7%AB%8B%E4%BD%93%E5%9B%BE%E5%BD%A2-%E5%9B%BE%E5%BD%A2%E5%B0%8F%E9%95%87%E8%AF%BE%E4%BB%B6.html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&#25353;&#38062;-game1.png"/><Relationship Id="rId2" Type="http://schemas.openxmlformats.org/officeDocument/2006/relationships/hyperlink" Target="../%E8%AE%A4%E8%AF%86%E7%AB%8B%E4%BD%93%E5%9B%BE%E5%BD%A2-%E5%9B%BE%E5%BD%A2%E5%B0%8F%E9%95%87%E8%AF%BE%E4%BB%B6.html#game1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&#25353;&#38062;-game2.png"/><Relationship Id="rId2" Type="http://schemas.openxmlformats.org/officeDocument/2006/relationships/hyperlink" Target="../%E8%AE%A4%E8%AF%86%E7%AB%8B%E4%BD%93%E5%9B%BE%E5%BD%A2-%E5%9B%BE%E5%BD%A2%E5%B0%8F%E9%95%87%E8%AF%BE%E4%BB%B6.html#game2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&#25353;&#38062;-game3.png"/><Relationship Id="rId2" Type="http://schemas.openxmlformats.org/officeDocument/2006/relationships/hyperlink" Target="../%E8%AE%A4%E8%AF%86%E7%AB%8B%E4%BD%93%E5%9B%BE%E5%BD%A2-%E5%9B%BE%E5%BD%A2%E5%B0%8F%E9%95%87%E8%AF%BE%E4%BB%B6.html#game3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&#25353;&#38062;-game4.png"/><Relationship Id="rId2" Type="http://schemas.openxmlformats.org/officeDocument/2006/relationships/hyperlink" Target="../%E8%AE%A4%E8%AF%86%E7%AB%8B%E4%BD%93%E5%9B%BE%E5%BD%A2-%E5%9B%BE%E5%BD%A2%E5%B0%8F%E9%95%87%E8%AF%BE%E4%BB%B6.html#game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tton">
            <a:hlinkClick r:id="rId2" action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tton">
            <a:hlinkClick r:id="rId2" action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tton">
            <a:hlinkClick r:id="rId2" action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tton">
            <a:hlinkClick r:id="rId2" action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tton">
            <a:hlinkClick r:id="rId2" action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">
      <a:dk1>
        <a:srgbClr val="3F3A34"/>
      </a:dk1>
      <a:lt1>
        <a:srgbClr val="FAF6EE"/>
      </a:lt1>
      <a:dk2>
        <a:srgbClr val="3F3A34"/>
      </a:dk2>
      <a:lt2>
        <a:srgbClr val="FAF6EE"/>
      </a:lt2>
      <a:accent1>
        <a:srgbClr val="F5A35C"/>
      </a:accent1>
      <a:accent2>
        <a:srgbClr val="7FB2E5"/>
      </a:accent2>
      <a:accent3>
        <a:srgbClr val="7FC8A8"/>
      </a:accent3>
      <a:accent4>
        <a:srgbClr val="F2A6B8"/>
      </a:accent4>
      <a:accent5>
        <a:srgbClr val="FFCE4F"/>
      </a:accent5>
      <a:accent6>
        <a:srgbClr val="8ED081"/>
      </a:accent6>
      <a:hlink>
        <a:srgbClr val="5F92C9"/>
      </a:hlink>
      <a:folHlink>
        <a:srgbClr val="8B8378"/>
      </a:folHlink>
    </a:clrScheme>
    <a:fontScheme name="blank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blan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立体图形小镇 · 公开课游戏入口</dc:title>
  <dc:creator>AIGame</dc:creator>
</cp:coreProperties>
</file>